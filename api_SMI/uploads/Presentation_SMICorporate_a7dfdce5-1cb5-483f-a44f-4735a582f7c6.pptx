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4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Système de Management Intégré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Ravinala Airports</a:t>
            </a:r>
          </a:p>
          <a:p>
            <a:r>
              <a:t>Par Larry Joann RANDRIANIRINA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propos de IT University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Université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 </a:t>
            </a:r>
            <a:r>
              <a:rPr dirty="0" err="1"/>
              <a:t>spécialisée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informatique</a:t>
            </a:r>
            <a:endParaRPr dirty="0"/>
          </a:p>
          <a:p>
            <a:r>
              <a:rPr dirty="0"/>
              <a:t>Formations </a:t>
            </a:r>
            <a:r>
              <a:rPr dirty="0" err="1"/>
              <a:t>Licence</a:t>
            </a:r>
            <a:r>
              <a:rPr dirty="0"/>
              <a:t> &amp; Master</a:t>
            </a:r>
          </a:p>
          <a:p>
            <a:r>
              <a:rPr dirty="0" err="1"/>
              <a:t>Partenariats</a:t>
            </a:r>
            <a:r>
              <a:rPr dirty="0"/>
              <a:t> </a:t>
            </a:r>
            <a:r>
              <a:rPr dirty="0" err="1"/>
              <a:t>industriels</a:t>
            </a:r>
            <a:r>
              <a:rPr dirty="0"/>
              <a:t> et </a:t>
            </a:r>
            <a:r>
              <a:rPr dirty="0" err="1"/>
              <a:t>internationaux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propos de Ravinala Airports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 smtClean="0"/>
              <a:t>Gestionnaire</a:t>
            </a:r>
            <a:r>
              <a:rPr dirty="0" smtClean="0"/>
              <a:t> des </a:t>
            </a:r>
            <a:r>
              <a:rPr dirty="0" err="1"/>
              <a:t>aéroports</a:t>
            </a:r>
            <a:r>
              <a:rPr dirty="0"/>
              <a:t> </a:t>
            </a:r>
            <a:r>
              <a:rPr dirty="0" err="1"/>
              <a:t>d'Ivato</a:t>
            </a:r>
            <a:r>
              <a:rPr dirty="0"/>
              <a:t> et Nosy Be</a:t>
            </a:r>
          </a:p>
          <a:p>
            <a:r>
              <a:rPr dirty="0"/>
              <a:t>Vision : </a:t>
            </a:r>
            <a:r>
              <a:rPr dirty="0" err="1"/>
              <a:t>devenir</a:t>
            </a:r>
            <a:r>
              <a:rPr dirty="0"/>
              <a:t> un </a:t>
            </a:r>
            <a:r>
              <a:rPr dirty="0" err="1"/>
              <a:t>opérateur</a:t>
            </a:r>
            <a:r>
              <a:rPr dirty="0"/>
              <a:t> </a:t>
            </a:r>
            <a:r>
              <a:rPr dirty="0" err="1"/>
              <a:t>aéroportuaire</a:t>
            </a:r>
            <a:r>
              <a:rPr dirty="0"/>
              <a:t> de </a:t>
            </a:r>
            <a:r>
              <a:rPr dirty="0" err="1"/>
              <a:t>référence</a:t>
            </a:r>
            <a:endParaRPr dirty="0"/>
          </a:p>
          <a:p>
            <a:r>
              <a:rPr dirty="0"/>
              <a:t>Missions : </a:t>
            </a:r>
            <a:r>
              <a:rPr dirty="0" err="1"/>
              <a:t>sécurité</a:t>
            </a:r>
            <a:r>
              <a:rPr dirty="0"/>
              <a:t>, </a:t>
            </a:r>
            <a:r>
              <a:rPr dirty="0" err="1"/>
              <a:t>qualité</a:t>
            </a:r>
            <a:r>
              <a:rPr dirty="0"/>
              <a:t>, </a:t>
            </a:r>
            <a:r>
              <a:rPr dirty="0" err="1"/>
              <a:t>développement</a:t>
            </a:r>
            <a:r>
              <a:rPr dirty="0"/>
              <a:t> durable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SMI chez Ravinala Airports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Regroupe qualité, sécurité, sûreté, environnement</a:t>
            </a:r>
          </a:p>
          <a:p>
            <a:r>
              <a:t>Centralisation des processus</a:t>
            </a:r>
          </a:p>
          <a:p>
            <a:r>
              <a:t>Besoin d'un outil digitalisé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de l'existant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Suivi dispersé : Excel, Word, e-mails</a:t>
            </a:r>
          </a:p>
          <a:p>
            <a:r>
              <a:t>Manque de traçabilité</a:t>
            </a:r>
          </a:p>
          <a:p>
            <a:r>
              <a:t>Difficulté de suivi des non-conformités et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de réalisation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Planification</a:t>
            </a:r>
          </a:p>
          <a:p>
            <a:r>
              <a:t>Développement</a:t>
            </a:r>
          </a:p>
          <a:p>
            <a:r>
              <a:t>Tests et corrections</a:t>
            </a:r>
          </a:p>
          <a:p>
            <a:r>
              <a:t>Mise en 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Architecture trois tiers</a:t>
            </a:r>
          </a:p>
          <a:p>
            <a:r>
              <a:t>Séparation présentation / logique / données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React JS 19</a:t>
            </a:r>
          </a:p>
          <a:p>
            <a:r>
              <a:t>ASP.NET Core Web API (.NET 8)</a:t>
            </a:r>
          </a:p>
          <a:p>
            <a:r>
              <a:t>SQL Server 2017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39 tables</a:t>
            </a:r>
          </a:p>
          <a:p>
            <a:r>
              <a:t>45 classes</a:t>
            </a:r>
          </a:p>
          <a:p>
            <a:r>
              <a:t>21 écrans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Présentation vidéo de l'application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Situation actuelle de l'application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Modules </a:t>
            </a:r>
            <a:r>
              <a:rPr dirty="0" err="1"/>
              <a:t>fonctionnels</a:t>
            </a:r>
            <a:r>
              <a:rPr dirty="0"/>
              <a:t> </a:t>
            </a:r>
            <a:r>
              <a:rPr dirty="0" err="1"/>
              <a:t>opérationnels</a:t>
            </a:r>
            <a:endParaRPr dirty="0"/>
          </a:p>
          <a:p>
            <a:r>
              <a:rPr dirty="0"/>
              <a:t>Tableau de </a:t>
            </a:r>
            <a:r>
              <a:rPr dirty="0" err="1"/>
              <a:t>bord</a:t>
            </a:r>
            <a:r>
              <a:rPr dirty="0"/>
              <a:t> </a:t>
            </a:r>
            <a:r>
              <a:rPr dirty="0" err="1"/>
              <a:t>disponible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Évolutions</a:t>
            </a:r>
            <a:r>
              <a:rPr dirty="0"/>
              <a:t> </a:t>
            </a:r>
            <a:r>
              <a:rPr dirty="0" err="1"/>
              <a:t>possibles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Gestion documentaire</a:t>
            </a:r>
          </a:p>
          <a:p>
            <a:r>
              <a:t>Gestion des audits</a:t>
            </a:r>
          </a:p>
          <a:p>
            <a:r>
              <a:t>Reporting avancé</a:t>
            </a:r>
          </a:p>
          <a:p>
            <a:r>
              <a:t>Gestion des risques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Application utile et </a:t>
            </a:r>
            <a:r>
              <a:rPr dirty="0" err="1"/>
              <a:t>adoptée</a:t>
            </a:r>
            <a:endParaRPr dirty="0"/>
          </a:p>
          <a:p>
            <a:r>
              <a:rPr dirty="0" err="1"/>
              <a:t>Amélioration</a:t>
            </a:r>
            <a:r>
              <a:rPr dirty="0"/>
              <a:t> de la </a:t>
            </a:r>
            <a:r>
              <a:rPr dirty="0" err="1"/>
              <a:t>traçabilité</a:t>
            </a:r>
            <a:endParaRPr dirty="0"/>
          </a:p>
          <a:p>
            <a:r>
              <a:rPr dirty="0" err="1"/>
              <a:t>Expérience</a:t>
            </a:r>
            <a:r>
              <a:rPr dirty="0"/>
              <a:t> </a:t>
            </a:r>
            <a:r>
              <a:rPr dirty="0" err="1"/>
              <a:t>professionnelle</a:t>
            </a:r>
            <a:r>
              <a:rPr dirty="0"/>
              <a:t> </a:t>
            </a:r>
            <a:r>
              <a:rPr dirty="0" err="1"/>
              <a:t>enrichissante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1564</TotalTime>
  <Words>181</Words>
  <Application>Microsoft Office PowerPoint</Application>
  <PresentationFormat>Affichage à l'écran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Système de Management Intégré</vt:lpstr>
      <vt:lpstr>À propos de IT University</vt:lpstr>
      <vt:lpstr>À propos de Ravinala Airports</vt:lpstr>
      <vt:lpstr>Le SMI chez Ravinala Airports</vt:lpstr>
      <vt:lpstr>Analyse de l'existant</vt:lpstr>
      <vt:lpstr>Planning de réalisation</vt:lpstr>
      <vt:lpstr>Architecture</vt:lpstr>
      <vt:lpstr>Technologies utilisées</vt:lpstr>
      <vt:lpstr>Conception</vt:lpstr>
      <vt:lpstr>Démonstration</vt:lpstr>
      <vt:lpstr>Situation actuelle de l'application</vt:lpstr>
      <vt:lpstr>Évolutions possibles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Management Intégré</dc:title>
  <dc:subject/>
  <dc:creator/>
  <cp:keywords/>
  <dc:description>generated using python-pptx</dc:description>
  <cp:lastModifiedBy>joann RANDRIANIRINA</cp:lastModifiedBy>
  <cp:revision>5</cp:revision>
  <dcterms:created xsi:type="dcterms:W3CDTF">2013-01-27T09:14:16Z</dcterms:created>
  <dcterms:modified xsi:type="dcterms:W3CDTF">2025-11-17T16:54:26Z</dcterms:modified>
  <cp:category/>
</cp:coreProperties>
</file>